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PAYZEN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Fastest UPI-Based BNPL &amp; Micro-Lending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— $2,500,000 USD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Valuation: $12,000,000 USD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Million+</a:t>
            </a:r>
            <a:pPr indent="0" marL="0">
              <a:buNone/>
            </a:pPr>
            <a:r>
              <a:rPr lang="en-US" sz="16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gig workers and small merchants in India are excluded from formal credit.
</a:t>
            </a:r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78% of kirana store owners denied loans by banks due to lack of credit history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gig worker waits 21 days for payment settlement — cash flow crisis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BNPL players charge 36–48% APR — predatory and inaccessible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92% of UPI transactions have zero credit layer — pure debit only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₹18 lakh crore in informal lending at 60%+ annual interest rates
</a:t>
            </a:r>
            <a:pPr indent="0" marL="0">
              <a:buNone/>
            </a:pPr>
            <a:r>
              <a:rPr lang="en-US" sz="15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$42 Billion credit gap that banks refuse to address.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PAYZEN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PayZen is an AI-powered UPI credit layer that gives instant Buy-Now-Pay-Later credit to merchants and gig workers at fair rates.
</a:t>
            </a:r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 — PayZen Merchant Credit: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₹5,000–₹2,00,000 credit line linked directly to UPI QR code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credit scoring using GST filings, UPI transaction history, and WhatsApp business activity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in 90 seconds — no bank visit, no paperwork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Interest rate: 18–24% APR (vs 60%+ informal lenders)
</a:t>
            </a:r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— PayZen Gig Pay: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Same-day settlement for Swiggy, Zomato, Uber, Ola gig workers (normally T+3 days)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Earned Wage Access — withdraw up to 80% of earned wages instantly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Fee: 0.5% per transaction (vs 3–5% charged by money lenders)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with 12 gig platforms via API
</a:t>
            </a:r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Engine: 96.2% repayment rate — 4x better than industry average of 89%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Traction (as of February 2026):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28,500 active merchants across Bengaluru, Chennai, Hyderabad, Pune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1,42,000 gig workers on PayZen Gig Pay platform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₹47 Crore total disbursals — zero investor capital used (self-funded via NBFC partner)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96.2% on-time repayment rate — best-in-class NPA management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₹3.8 Crore ARR — growing at 22% MoM for last 5 months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NRR (Net Revenue Retention): 118% — merchants increase credit limit usage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RBI NBFC-P2P license in process (Q2 FY26); existing ops under NBFC partner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Partnerships: ICICI Bank (co-lending), Swiggy (gig pay integration), PhonePe (QR credit)
</a:t>
            </a:r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Milestones: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FY26: RBI NBFC license | Q3 FY26: 1,00,000 merchants | FY27: ₹500Cr disbursals | Series B readiness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Interest Income: 18–24% APR on merchant credit | Net margin after cost of funds: 8–10%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Transaction Fee: 0.5% per gig worker withdrawal | Gross margin: 88%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SaaS Dashboard: ₹499/month per merchant for analytics + GST filing | Gross margin: 94%
</a:t>
            </a:r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 (Merchant): ₹1,200 per merchant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LTV (Merchant): ₹28,500 over 24-month avg. lifetime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LTV:CAC Ratio: 23.75x — exceptional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Payback Period: 2.8 months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Blended Net Margin: 14.2% (improving to 22% at ₹500Cr AUM)
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Target: ₹22 Crore ARR by FY27 | EBITDA positive: Q4 FY26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$42 Billion
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MSME + gig worker credit gap (RBI Financial Stability Report 2025)
</a:t>
            </a:r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$8.5 Billion
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UPI-enabled merchants + gig platforms in top 50 Indian cities
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$220 Million by FY28
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PayZen 3-year target: 2.6% SAM penetration
</a:t>
            </a:r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Tailwinds: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UPI transactions hit ₹18.4 lakh crore/month (Jan 2026) — 42% YoY growth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Million+ gig workers expected by 2027 — fastest growing workforce segment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RBI's new Digital Lending Guidelines favor transparent, low-cost lenders like PayZen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Aggregator framework enables real-time financial data for AI credit scoring
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ONDC (Open Network for Digital Commerce) opening 12M new merchant digital storefronts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Iyer — CEO &amp; Co-Founder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IIT Chennai, MBA ISB Hyderabad. 10 years in fintech. Former Product Head at Razorpay (scaled to $7.5B valuation). Built UPI infrastructure for 800,000 merchants.
</a:t>
            </a:r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Deepika Nair — CTO &amp; Co-Founder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IIT Delhi, M.S. Carnegie Mellon (ML/Data Science). Former Data Science Lead at BankBazaar (4 years), Senior Engineer at PayPal (3 years). Built credit risk models serving 5M+ users.
</a:t>
            </a:r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Subramaniam — CFO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(ICAI Rank 8), CFA. Former VP Credit Risk, HDFC Bank. Structured ₹2,400 Crore in MSME loan books. Deep RBI regulatory expertise.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Harshil Mathur — CEO, Razorpay (India's #1 payment gateway)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Sharad Sharma — Co-founder, iSPIRT; RBI Fintech Advisory Committee member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Meera Sanyal — Former Country Head, RBS India; SEBI Board Member
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— $2.5M SERIES 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5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Raise: $2,500,000 | Runway: 20 months to EBITDA positive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Lending Capital (40% — $1,000,000):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Seed the credit book; unlock 5x leverage via NBFC co-lending agreement with ICICI Bank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Technology (25% — $625,000):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credit engine v2.0, Account Aggregator integration, fraud detection ML model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Sales &amp; Growth (20% — $500,000):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Expand from 4 cities to 15 cities; onboard 1,00,000 merchants; 3,00,000 gig workers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Regulatory (10% — $250,000):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RBI NBFC-P2P license completion, compliance team, legal infrastructure
</a:t>
            </a:r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Team &amp; Operations (5% — $125,000):
</a:t>
            </a:r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 hires: 6 engineers, 4 sales, 2 credit analysts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Series A: 1,00,000 merchants | ₹22Cr ARR | ₹500Cr AUM | Series B ($10M) ready Q1 FY27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</a:t>
            </a:r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$2,500,000 Series A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Instrument: CCPS | Equity Offered: 17% | Pre-Money: $12,000,000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Valuation: $14,500,000
</a:t>
            </a:r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PayZen? Why Now?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96.2% repayment rate — risk-proven credit engine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28,500 merchants + 1,42,000 gig workers — proven PMF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23.75x LTV:CAC — capital efficient growth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ICICI Bank co-lending: $1 of our capital unlocks $5 of credit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UPI credit market: RBI mandate creates massive regulatory tailwind
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2026-03-02T18:28:14Z</dcterms:created>
  <dcterms:modified xsi:type="dcterms:W3CDTF">2026-03-02T18:28:14Z</dcterms:modified>
</cp:coreProperties>
</file>