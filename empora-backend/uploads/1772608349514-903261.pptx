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Empora</a:t>
            </a:r>
          </a:p>
          <a:p>
            <a:r>
              <a:t>AI-Powered Entrepreneur Empowerment Platform</a:t>
            </a:r>
          </a:p>
          <a:p>
            <a:r>
              <a:t>Tagline: From Idea to Investment 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72% of early-stage startups fail due to lack of guidance.</a:t>
            </a:r>
          </a:p>
          <a:p>
            <a:r>
              <a:t>• Founders struggle with valuation &amp; investor readiness.</a:t>
            </a:r>
          </a:p>
          <a:p>
            <a:r>
              <a:t>• No affordable AI tool provides full investor-style evaluation.</a:t>
            </a:r>
          </a:p>
          <a:p>
            <a:r>
              <a:t>• Entrepreneurs lack mentorship &amp; financial modeling knowledge.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Empora is an AI-powered platform that:</a:t>
            </a:r>
          </a:p>
          <a:p>
            <a:r>
              <a:t>• Analyzes pitch decks</a:t>
            </a:r>
          </a:p>
          <a:p>
            <a:r>
              <a:t>• Evaluates valuation documents</a:t>
            </a:r>
          </a:p>
          <a:p>
            <a:r>
              <a:t>• Assesses founder credibility</a:t>
            </a:r>
          </a:p>
          <a:p>
            <a:r>
              <a:t>• Generates investor-style reports</a:t>
            </a:r>
          </a:p>
          <a:p>
            <a:r>
              <a:t>• Provides funding readiness score (0–100)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Startup Scoring System</a:t>
            </a:r>
          </a:p>
          <a:p>
            <a:r>
              <a:t>• Structured Investor Report</a:t>
            </a:r>
          </a:p>
          <a:p>
            <a:r>
              <a:t>• Risk Analysis Engine</a:t>
            </a:r>
          </a:p>
          <a:p>
            <a:r>
              <a:t>• Funding Readiness Classification</a:t>
            </a:r>
          </a:p>
          <a:p>
            <a:r>
              <a:t>• Premium Detailed Report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Early-stage founders (India &amp; Global)</a:t>
            </a:r>
          </a:p>
          <a:p>
            <a:r>
              <a:t>• College entrepreneurs</a:t>
            </a:r>
          </a:p>
          <a:p>
            <a:r>
              <a:t>• Pre-seed &amp; seed startups</a:t>
            </a:r>
          </a:p>
          <a:p>
            <a:r>
              <a:t>• Incubation centers</a:t>
            </a:r>
          </a:p>
          <a:p>
            <a:r>
              <a:t>TAM: $12B global startup tools market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Freemium Model</a:t>
            </a:r>
          </a:p>
          <a:p>
            <a:r>
              <a:t>• Free: Basic score &amp; summary</a:t>
            </a:r>
          </a:p>
          <a:p>
            <a:r>
              <a:t>• Premium: Full investor report</a:t>
            </a:r>
          </a:p>
          <a:p>
            <a:r>
              <a:t>Subscription: ₹999/month</a:t>
            </a:r>
          </a:p>
          <a:p>
            <a:r>
              <a:t>Institution Plan: ₹25,000/year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250 beta users</a:t>
            </a:r>
          </a:p>
          <a:p>
            <a:r>
              <a:t>• 80 AI-generated reports</a:t>
            </a:r>
          </a:p>
          <a:p>
            <a:r>
              <a:t>• 92% user satisfaction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AI-driven structured analysis</a:t>
            </a:r>
          </a:p>
          <a:p>
            <a:r>
              <a:t>• Multi-module evaluation</a:t>
            </a:r>
          </a:p>
          <a:p>
            <a:r>
              <a:t>• Founder credibility scoring</a:t>
            </a:r>
          </a:p>
          <a:p>
            <a:r>
              <a:t>• Risk &amp; investment engine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 – MVP completed</a:t>
            </a:r>
          </a:p>
          <a:p>
            <a:r>
              <a:t>Phase 2 – Mobile App Launch</a:t>
            </a:r>
          </a:p>
          <a:p>
            <a:r>
              <a:t>Phase 3 – Investor Marketplace</a:t>
            </a:r>
          </a:p>
          <a:p>
            <a:r>
              <a:t>Phase 4 – Global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₹50 Lakhs for:</a:t>
            </a:r>
          </a:p>
          <a:p>
            <a:r>
              <a:t>• Product scaling</a:t>
            </a:r>
          </a:p>
          <a:p>
            <a:r>
              <a:t>• AI infrastructure</a:t>
            </a:r>
          </a:p>
          <a:p>
            <a:r>
              <a:t>• Marketing</a:t>
            </a:r>
          </a:p>
          <a:p>
            <a:r>
              <a:t>• Partnerships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